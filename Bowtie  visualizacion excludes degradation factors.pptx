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59" r:id="rId8"/>
    <p:sldId id="264" r:id="rId9"/>
    <p:sldId id="265" r:id="rId10"/>
    <p:sldId id="266" r:id="rId11"/>
    <p:sldId id="25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1F30F-6F58-488A-92F5-FAACC00DBAE4}" v="16" dt="2025-10-13T19:29:10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1AA2-DBDF-D06F-A6E1-51F50FDA2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FEE28-8F8F-2530-A237-E1E41F199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E772F-8594-BD62-EC26-1094F8C6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66543-F16A-B5A6-AC8B-B97FC4B4C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1D77A-7A0C-32CA-73A7-1C9DFD5B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80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0871-9131-1010-B882-3CF43BC0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22793-4820-CD93-EC5C-FF47B6B38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10F03-8459-1530-AB8E-EB9875D2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FFE75-A33D-94B7-E9D1-CF8E0F18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8A422-3B5B-BC66-9E6C-02436141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156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168BD-3A68-B955-39CD-4A02280AF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75864-E086-A0A3-81B8-2E0E24A86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EA42D-7A36-DB73-8401-3A76F1F3B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354C0-4580-16D9-4861-51B9814A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C45DE-EC28-6838-8584-25B55B18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69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FC1E-B1DE-546F-8E6A-4AA55E4C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DCE3-DAC7-3ABA-67EB-87458DD08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F29D9-F4E7-9128-6BE0-8467C6584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99086-D813-C9C3-E57B-276687BC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16BFE-1454-6F59-5FF7-984FE3F7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30BD1-64CC-5051-06C9-736F70A7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27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9A64-AF2D-74ED-AD5C-F57317DC5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1913B-EE35-75B2-CA6F-A6663E3C3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0E214-98AC-317E-B0F3-E271233B9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8F2366-57B2-3653-2745-1CEF971CE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3141F-47B5-BB3E-B6FB-FC0DFE78D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5673B-A297-AA37-7E62-1C09AFF24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F06044-DC85-75B3-FBFC-7F016303B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F6461-6D14-764E-42AC-A6E8A6E9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19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20B0-7581-D225-7D52-D1D90384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740F91-E0D9-9946-D1D2-FA9C16956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E26C2-1901-4762-6D4B-BABBF89E0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DE79F-9801-151F-84A3-06B23AE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502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3D1A35-5383-801B-2587-3FDE9AD0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E6EA9-420C-A7AC-D0E6-3FBE2835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4B502-28D6-2BA7-6261-970D8FBD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969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B6652-0A68-DA2C-B74B-880FB4DA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3674C-A9DC-029B-C3D5-FC52FE809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3BB26-8396-A029-3A2B-1986309BB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70250-416F-6236-7F35-1FDB7AA2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1E2E0-7C9A-CDB0-9A24-DD7683A20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C8224-201F-A8C1-33FA-D4DA6039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36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BA3F-7A9B-D35C-F199-E5DE9DE57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3201D-BC54-A8F4-09D6-9B157A080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34094-230D-64DD-D13F-D4F8535CC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BFD00-AEFE-0B74-4500-EF4E7233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A469A-3839-9415-CA1B-AD66141E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84918-5CD2-C387-A5F4-8D38FA2C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79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3443-DCC7-1052-1EA7-BC87D329A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D1FEB-61D7-5280-62DF-8E054985D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C6E44-8C10-CBC2-D704-22A4A8D9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0923C-4BD2-6CE0-EA02-7410D35C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698D1-94E9-BFC6-D8ED-48865921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79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30F1B5-3391-92AB-35B6-A3B4B694D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65708-65ED-06A9-B366-945F5EFB2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E2B79-4B56-80FD-AF09-2E076411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71461-5439-6495-3F99-877ACA09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BAB1F-0832-6C2F-0AF9-085BF2B2A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851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EB87F-54AA-1088-7516-6C713D1A0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365B7-A374-1DDD-0B3B-57A103542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A00F6-5FCF-DC6A-E1C2-995653340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CDB38-0114-45B6-A35C-D7960AB4C42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90065-0F05-8194-46AD-CE76FBB0F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64797-6E70-216D-3FB8-7B0C4420F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89B1A-E8CE-4497-96DE-273DC4F32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4F129F-B49F-2624-D973-F817D0557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412" y="1938337"/>
            <a:ext cx="1781175" cy="2981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E6B253-9EA8-1C8C-4B24-CDB2A45EC34B}"/>
              </a:ext>
            </a:extLst>
          </p:cNvPr>
          <p:cNvSpPr txBox="1"/>
          <p:nvPr/>
        </p:nvSpPr>
        <p:spPr>
          <a:xfrm>
            <a:off x="4830793" y="810883"/>
            <a:ext cx="289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Hazard &amp; Top Event</a:t>
            </a:r>
          </a:p>
        </p:txBody>
      </p:sp>
    </p:spTree>
    <p:extLst>
      <p:ext uri="{BB962C8B-B14F-4D97-AF65-F5344CB8AC3E}">
        <p14:creationId xmlns:p14="http://schemas.microsoft.com/office/powerpoint/2010/main" val="199262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BA08C9-5972-6911-A0F4-C740D312C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162" y="1190625"/>
            <a:ext cx="6543675" cy="4476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14B538-F245-FD2E-59B8-1638ACEC1B4E}"/>
              </a:ext>
            </a:extLst>
          </p:cNvPr>
          <p:cNvSpPr txBox="1"/>
          <p:nvPr/>
        </p:nvSpPr>
        <p:spPr>
          <a:xfrm>
            <a:off x="2824162" y="258792"/>
            <a:ext cx="7907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Hazard, Top Event, Threats and Consequences</a:t>
            </a:r>
          </a:p>
        </p:txBody>
      </p:sp>
    </p:spTree>
    <p:extLst>
      <p:ext uri="{BB962C8B-B14F-4D97-AF65-F5344CB8AC3E}">
        <p14:creationId xmlns:p14="http://schemas.microsoft.com/office/powerpoint/2010/main" val="381969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BFCD8B-339F-0DDB-5589-1C9C5BFAC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520"/>
            <a:ext cx="12192000" cy="5530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C9EA10-CF82-7438-9F99-00C9822A6D32}"/>
              </a:ext>
            </a:extLst>
          </p:cNvPr>
          <p:cNvSpPr txBox="1"/>
          <p:nvPr/>
        </p:nvSpPr>
        <p:spPr>
          <a:xfrm>
            <a:off x="4244196" y="0"/>
            <a:ext cx="6176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Prevention Barriers for the first Threat</a:t>
            </a:r>
          </a:p>
        </p:txBody>
      </p:sp>
    </p:spTree>
    <p:extLst>
      <p:ext uri="{BB962C8B-B14F-4D97-AF65-F5344CB8AC3E}">
        <p14:creationId xmlns:p14="http://schemas.microsoft.com/office/powerpoint/2010/main" val="177372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335B7F-0E56-08A0-844C-8BB108BFC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2" y="719137"/>
            <a:ext cx="9591675" cy="5419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D7D432-12B6-2AE5-E306-36AF9816F4E3}"/>
              </a:ext>
            </a:extLst>
          </p:cNvPr>
          <p:cNvSpPr txBox="1"/>
          <p:nvPr/>
        </p:nvSpPr>
        <p:spPr>
          <a:xfrm>
            <a:off x="3795623" y="0"/>
            <a:ext cx="534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Prevention Barriers for the Second Threat</a:t>
            </a:r>
          </a:p>
        </p:txBody>
      </p:sp>
    </p:spTree>
    <p:extLst>
      <p:ext uri="{BB962C8B-B14F-4D97-AF65-F5344CB8AC3E}">
        <p14:creationId xmlns:p14="http://schemas.microsoft.com/office/powerpoint/2010/main" val="1271752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47ED58-2F42-0257-7005-3842B4AF9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876300"/>
            <a:ext cx="11239500" cy="510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F872B4-BDE3-A9B5-5344-ABD3D3926BEF}"/>
              </a:ext>
            </a:extLst>
          </p:cNvPr>
          <p:cNvSpPr txBox="1"/>
          <p:nvPr/>
        </p:nvSpPr>
        <p:spPr>
          <a:xfrm>
            <a:off x="4002657" y="0"/>
            <a:ext cx="453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Prevention Barriers for the Third Threat</a:t>
            </a:r>
          </a:p>
        </p:txBody>
      </p:sp>
    </p:spTree>
    <p:extLst>
      <p:ext uri="{BB962C8B-B14F-4D97-AF65-F5344CB8AC3E}">
        <p14:creationId xmlns:p14="http://schemas.microsoft.com/office/powerpoint/2010/main" val="36030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AA722D-32B5-25A1-4B87-7ECCFEED5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2" y="685800"/>
            <a:ext cx="9591675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B20D4F-4080-EFAC-C14D-8F77996BA70C}"/>
              </a:ext>
            </a:extLst>
          </p:cNvPr>
          <p:cNvSpPr txBox="1"/>
          <p:nvPr/>
        </p:nvSpPr>
        <p:spPr>
          <a:xfrm>
            <a:off x="4623758" y="241540"/>
            <a:ext cx="469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Prevention Barriers for the Fourth Threat</a:t>
            </a:r>
          </a:p>
        </p:txBody>
      </p:sp>
    </p:spTree>
    <p:extLst>
      <p:ext uri="{BB962C8B-B14F-4D97-AF65-F5344CB8AC3E}">
        <p14:creationId xmlns:p14="http://schemas.microsoft.com/office/powerpoint/2010/main" val="3772384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454069-6B21-4546-5F13-50E5C5160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11" y="0"/>
            <a:ext cx="1185217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5B1398-B054-6397-41F3-8AD530BBC027}"/>
              </a:ext>
            </a:extLst>
          </p:cNvPr>
          <p:cNvSpPr txBox="1"/>
          <p:nvPr/>
        </p:nvSpPr>
        <p:spPr>
          <a:xfrm>
            <a:off x="6521570" y="155275"/>
            <a:ext cx="533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Hazard, Top Event, Threats. Consequences Prevention and Mitigation Barriers</a:t>
            </a:r>
          </a:p>
        </p:txBody>
      </p:sp>
    </p:spTree>
    <p:extLst>
      <p:ext uri="{BB962C8B-B14F-4D97-AF65-F5344CB8AC3E}">
        <p14:creationId xmlns:p14="http://schemas.microsoft.com/office/powerpoint/2010/main" val="309795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560DBF-ABD9-6B40-8BBE-1636DCD51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190625"/>
            <a:ext cx="9715500" cy="4476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9C3E30-B9D4-C0DE-35A1-3C3C4B9DEBDF}"/>
              </a:ext>
            </a:extLst>
          </p:cNvPr>
          <p:cNvSpPr txBox="1"/>
          <p:nvPr/>
        </p:nvSpPr>
        <p:spPr>
          <a:xfrm>
            <a:off x="3933645" y="310551"/>
            <a:ext cx="662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Mitigation Barriers for the First Consequence</a:t>
            </a:r>
          </a:p>
        </p:txBody>
      </p:sp>
    </p:spTree>
    <p:extLst>
      <p:ext uri="{BB962C8B-B14F-4D97-AF65-F5344CB8AC3E}">
        <p14:creationId xmlns:p14="http://schemas.microsoft.com/office/powerpoint/2010/main" val="247888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688275-140C-5F4A-3002-A3643AB7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190625"/>
            <a:ext cx="9715500" cy="4476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14D66-DEA1-026A-CAF6-93C04D7C5D05}"/>
              </a:ext>
            </a:extLst>
          </p:cNvPr>
          <p:cNvSpPr txBox="1"/>
          <p:nvPr/>
        </p:nvSpPr>
        <p:spPr>
          <a:xfrm>
            <a:off x="2950234" y="258792"/>
            <a:ext cx="719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Mitigation Barriers for the Second Consequence</a:t>
            </a:r>
          </a:p>
        </p:txBody>
      </p:sp>
    </p:spTree>
    <p:extLst>
      <p:ext uri="{BB962C8B-B14F-4D97-AF65-F5344CB8AC3E}">
        <p14:creationId xmlns:p14="http://schemas.microsoft.com/office/powerpoint/2010/main" val="309810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957195-241A-7F7F-B935-0A73921C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2" y="938212"/>
            <a:ext cx="8067675" cy="4981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5788D0-8E2F-251E-7DEC-9608F29F6EAC}"/>
              </a:ext>
            </a:extLst>
          </p:cNvPr>
          <p:cNvSpPr txBox="1"/>
          <p:nvPr/>
        </p:nvSpPr>
        <p:spPr>
          <a:xfrm>
            <a:off x="2570672" y="241540"/>
            <a:ext cx="736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Mitigation Barriers for the Third Consequence</a:t>
            </a:r>
          </a:p>
        </p:txBody>
      </p:sp>
    </p:spTree>
    <p:extLst>
      <p:ext uri="{BB962C8B-B14F-4D97-AF65-F5344CB8AC3E}">
        <p14:creationId xmlns:p14="http://schemas.microsoft.com/office/powerpoint/2010/main" val="592652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F882F5-8E45-AC78-4F5A-D089AF0CA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024" y="0"/>
            <a:ext cx="633195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29423A-AB37-11A5-B874-8A792E90CFEA}"/>
              </a:ext>
            </a:extLst>
          </p:cNvPr>
          <p:cNvSpPr txBox="1"/>
          <p:nvPr/>
        </p:nvSpPr>
        <p:spPr>
          <a:xfrm>
            <a:off x="9920377" y="552091"/>
            <a:ext cx="2053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Entire Bowtie</a:t>
            </a:r>
          </a:p>
        </p:txBody>
      </p:sp>
    </p:spTree>
    <p:extLst>
      <p:ext uri="{BB962C8B-B14F-4D97-AF65-F5344CB8AC3E}">
        <p14:creationId xmlns:p14="http://schemas.microsoft.com/office/powerpoint/2010/main" val="2348982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68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fidel ilizastigui Perez</dc:creator>
  <cp:lastModifiedBy>Ilieva Ageenko</cp:lastModifiedBy>
  <cp:revision>6</cp:revision>
  <dcterms:created xsi:type="dcterms:W3CDTF">2025-10-12T22:29:51Z</dcterms:created>
  <dcterms:modified xsi:type="dcterms:W3CDTF">2025-10-22T23:49:40Z</dcterms:modified>
</cp:coreProperties>
</file>